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762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6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640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9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34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15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67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6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5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296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717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91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872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262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31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96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D32730-88A5-4C11-A085-81B7B6CF43B3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851BF4-9935-4C27-8116-99CD5E162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4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26570"/>
            <a:ext cx="9144000" cy="3879669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ANALYTICS: Superstore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102013"/>
            <a:ext cx="12192000" cy="1755987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93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3594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29"/>
            <a:ext cx="10515600" cy="5131934"/>
          </a:xfrm>
        </p:spPr>
        <p:txBody>
          <a:bodyPr>
            <a:normAutofit lnSpcReduction="10000"/>
          </a:bodyPr>
          <a:lstStyle/>
          <a:p>
            <a:r>
              <a:rPr lang="en-US" sz="2800" b="1" dirty="0" smtClean="0"/>
              <a:t>Introduction:</a:t>
            </a:r>
            <a:r>
              <a:rPr lang="en-US" sz="2800" dirty="0" smtClean="0"/>
              <a:t> </a:t>
            </a:r>
            <a:r>
              <a:rPr lang="en-US" sz="2800" dirty="0"/>
              <a:t>This project </a:t>
            </a:r>
            <a:r>
              <a:rPr lang="en-US" sz="2800" dirty="0" smtClean="0"/>
              <a:t>analyzed Superstore dataset with different tools to arrive at meaningful findings and insights.</a:t>
            </a:r>
          </a:p>
          <a:p>
            <a:endParaRPr lang="en-US" sz="2800" dirty="0"/>
          </a:p>
          <a:p>
            <a:r>
              <a:rPr lang="en-US" sz="2800" b="1" dirty="0" smtClean="0"/>
              <a:t>Objectives:</a:t>
            </a:r>
            <a:r>
              <a:rPr lang="en-US" sz="2800" dirty="0" smtClean="0"/>
              <a:t> To determine</a:t>
            </a:r>
          </a:p>
          <a:p>
            <a:r>
              <a:rPr lang="en-US" sz="2800" dirty="0" smtClean="0"/>
              <a:t>The total revenue of Superstore.</a:t>
            </a:r>
          </a:p>
          <a:p>
            <a:r>
              <a:rPr lang="en-US" sz="2800" dirty="0" smtClean="0"/>
              <a:t>The region with the highest sales.</a:t>
            </a:r>
          </a:p>
          <a:p>
            <a:r>
              <a:rPr lang="en-US" sz="2800" dirty="0" smtClean="0"/>
              <a:t>The region with the lowest sales.</a:t>
            </a:r>
          </a:p>
          <a:p>
            <a:r>
              <a:rPr lang="en-US" sz="2800" dirty="0" smtClean="0"/>
              <a:t>The product category that contribute the most sales.</a:t>
            </a:r>
          </a:p>
          <a:p>
            <a:r>
              <a:rPr lang="en-US" sz="2800" dirty="0" smtClean="0"/>
              <a:t>The sales trend of Superstore.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86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Outcome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Power BI and Microsoft Excel dashboards showing valuable insights for decision making.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646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8640"/>
            <a:ext cx="10515600" cy="888274"/>
          </a:xfrm>
        </p:spPr>
        <p:txBody>
          <a:bodyPr>
            <a:normAutofit/>
          </a:bodyPr>
          <a:lstStyle/>
          <a:p>
            <a:r>
              <a:rPr lang="en-US" b="1" dirty="0" smtClean="0"/>
              <a:t>Tools Used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49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Data cleaning and dashboard.</a:t>
            </a: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BI: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and descriptive statistics.</a:t>
            </a:r>
            <a:b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and descriptive statistics.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74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891" y="1"/>
            <a:ext cx="10752909" cy="61395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Insights and Visualizations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7908"/>
            <a:ext cx="10515600" cy="5081451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This section summarizes key findings using Power BI and Excel supported by Python for data exploration.</a:t>
            </a:r>
          </a:p>
          <a:p>
            <a:endParaRPr lang="en-US" sz="2000" dirty="0"/>
          </a:p>
          <a:p>
            <a:r>
              <a:rPr lang="en-US" sz="2000" b="1" dirty="0" smtClean="0"/>
              <a:t>Key findings: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total revenue of Superstore was 2.30M.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average profit of Superstore was 29K.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region with the highest sales was the West with a total sales of 728K.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The region with the </a:t>
            </a:r>
            <a:r>
              <a:rPr lang="en-US" sz="2000" dirty="0" smtClean="0"/>
              <a:t>lowest </a:t>
            </a:r>
            <a:r>
              <a:rPr lang="en-US" sz="2000" dirty="0"/>
              <a:t>sales was the </a:t>
            </a:r>
            <a:r>
              <a:rPr lang="en-US" sz="2000" dirty="0" smtClean="0"/>
              <a:t>south </a:t>
            </a:r>
            <a:r>
              <a:rPr lang="en-US" sz="2000" dirty="0"/>
              <a:t>with a total sales of </a:t>
            </a:r>
            <a:r>
              <a:rPr lang="en-US" sz="2000" dirty="0" smtClean="0"/>
              <a:t>389K.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The product category that contributed the most sales was Technology with a total sales of 836K.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For the four year period (2019-2022), 2021 recorded the highest sales with 0.73M </a:t>
            </a:r>
            <a:r>
              <a:rPr lang="en-US" sz="2000" smtClean="0"/>
              <a:t>whiles </a:t>
            </a:r>
            <a:r>
              <a:rPr lang="en-US" sz="2000" smtClean="0"/>
              <a:t>2022 </a:t>
            </a:r>
            <a:r>
              <a:rPr lang="en-US" sz="2000" dirty="0" smtClean="0"/>
              <a:t>recorded the lowest sales with 0.48M.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66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9639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Excel Dashboard</a:t>
            </a: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653143"/>
            <a:ext cx="10985863" cy="56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91440"/>
            <a:ext cx="8596668" cy="39188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Power BI Dashboard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770710"/>
            <a:ext cx="10765729" cy="5473335"/>
          </a:xfrm>
        </p:spPr>
      </p:pic>
    </p:spTree>
    <p:extLst>
      <p:ext uri="{BB962C8B-B14F-4D97-AF65-F5344CB8AC3E}">
        <p14:creationId xmlns:p14="http://schemas.microsoft.com/office/powerpoint/2010/main" val="335349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400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Power BI operations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77334" y="640082"/>
            <a:ext cx="11514666" cy="506838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Total Revenue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73" y="1058091"/>
            <a:ext cx="10489475" cy="465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4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"/>
            <a:ext cx="11514666" cy="444136"/>
          </a:xfrm>
        </p:spPr>
        <p:txBody>
          <a:bodyPr>
            <a:normAutofit fontScale="90000"/>
          </a:bodyPr>
          <a:lstStyle/>
          <a:p>
            <a:r>
              <a:rPr lang="en-US" dirty="0"/>
              <a:t>Power BI </a:t>
            </a:r>
            <a:r>
              <a:rPr lang="en-US" dirty="0" smtClean="0"/>
              <a:t>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836023"/>
            <a:ext cx="10620103" cy="520533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Average profit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1306286"/>
            <a:ext cx="10620103" cy="473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1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91440"/>
            <a:ext cx="8596668" cy="352697"/>
          </a:xfrm>
        </p:spPr>
        <p:txBody>
          <a:bodyPr>
            <a:normAutofit fontScale="90000"/>
          </a:bodyPr>
          <a:lstStyle/>
          <a:p>
            <a:r>
              <a:rPr lang="en-US" dirty="0"/>
              <a:t>Power BI operations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66206"/>
            <a:ext cx="10739603" cy="543414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Region with the highest sales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149531"/>
            <a:ext cx="10667673" cy="337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0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"/>
            <a:ext cx="1136662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Power BI operations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13954"/>
            <a:ext cx="11514666" cy="624404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Region with the lowest sales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34" y="1136468"/>
            <a:ext cx="10431331" cy="462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3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017" y="0"/>
            <a:ext cx="11025052" cy="470263"/>
          </a:xfrm>
        </p:spPr>
        <p:txBody>
          <a:bodyPr>
            <a:normAutofit fontScale="90000"/>
          </a:bodyPr>
          <a:lstStyle/>
          <a:p>
            <a:r>
              <a:rPr lang="en-US" dirty="0"/>
              <a:t>Power BI operations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1" y="966651"/>
            <a:ext cx="10580914" cy="509451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Product category with the highest sales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97" y="1319349"/>
            <a:ext cx="10964805" cy="288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3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13955"/>
          </a:xfrm>
        </p:spPr>
        <p:txBody>
          <a:bodyPr>
            <a:normAutofit fontScale="90000"/>
          </a:bodyPr>
          <a:lstStyle/>
          <a:p>
            <a:r>
              <a:rPr lang="en-US" dirty="0"/>
              <a:t>Power BI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456" y="744583"/>
            <a:ext cx="10724607" cy="529045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Sales trend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6" y="1345474"/>
            <a:ext cx="10724607" cy="455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5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31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Python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086" y="1058091"/>
            <a:ext cx="11342914" cy="5068389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Data cleaning and total Revenue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24" y="1476102"/>
            <a:ext cx="10221751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2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1"/>
            <a:ext cx="11717383" cy="483326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Python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645" y="809897"/>
            <a:ext cx="10384971" cy="523146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Average profit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45" y="1293224"/>
            <a:ext cx="10672355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69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969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Python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149" y="596900"/>
            <a:ext cx="10593978" cy="6261099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Regions with the highest and the lowest sales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13" y="1193800"/>
            <a:ext cx="10193173" cy="339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8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274002" cy="6985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Python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2" y="698501"/>
            <a:ext cx="11447417" cy="5454106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Product category with the highest sales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3" y="1084217"/>
            <a:ext cx="10390846" cy="304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90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274002" cy="647700"/>
          </a:xfrm>
        </p:spPr>
        <p:txBody>
          <a:bodyPr>
            <a:normAutofit fontScale="90000"/>
          </a:bodyPr>
          <a:lstStyle/>
          <a:p>
            <a:r>
              <a:rPr lang="en-GB" dirty="0"/>
              <a:t>Python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5394" y="647700"/>
            <a:ext cx="11486606" cy="6210300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Sales trend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1136469"/>
            <a:ext cx="10126705" cy="351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1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122</TotalTime>
  <Words>293</Words>
  <Application>Microsoft Office PowerPoint</Application>
  <PresentationFormat>Widescreen</PresentationFormat>
  <Paragraphs>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Garamond</vt:lpstr>
      <vt:lpstr>Times New Roman</vt:lpstr>
      <vt:lpstr>Organic</vt:lpstr>
      <vt:lpstr>ANALYTICS: Superstore</vt:lpstr>
      <vt:lpstr>Project Overview</vt:lpstr>
      <vt:lpstr>Outcome</vt:lpstr>
      <vt:lpstr>Tools Used</vt:lpstr>
      <vt:lpstr>Insights and Visualizations</vt:lpstr>
      <vt:lpstr>Excel Dashboard</vt:lpstr>
      <vt:lpstr>Power BI Dashboard</vt:lpstr>
      <vt:lpstr>Power BI operations</vt:lpstr>
      <vt:lpstr>Power BI operations</vt:lpstr>
      <vt:lpstr>Power BI operations </vt:lpstr>
      <vt:lpstr>Power BI operations </vt:lpstr>
      <vt:lpstr>Power BI operations </vt:lpstr>
      <vt:lpstr>Power BI operations</vt:lpstr>
      <vt:lpstr>Python operations</vt:lpstr>
      <vt:lpstr>Python operations</vt:lpstr>
      <vt:lpstr>Python operations</vt:lpstr>
      <vt:lpstr>Python operations</vt:lpstr>
      <vt:lpstr>Python operations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INSIGHTS: Titanic Dataset</dc:title>
  <dc:creator>DELL</dc:creator>
  <cp:lastModifiedBy>DELL</cp:lastModifiedBy>
  <cp:revision>14</cp:revision>
  <dcterms:created xsi:type="dcterms:W3CDTF">2025-06-07T01:06:43Z</dcterms:created>
  <dcterms:modified xsi:type="dcterms:W3CDTF">2025-06-07T18:19:17Z</dcterms:modified>
</cp:coreProperties>
</file>